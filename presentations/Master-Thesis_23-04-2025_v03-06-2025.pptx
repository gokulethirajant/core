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7" r:id="rId5"/>
    <p:sldId id="268" r:id="rId6"/>
    <p:sldId id="270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3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252000" tIns="234000" rIns="648000" bIns="45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600"/>
              </a:spcAft>
            </a:pPr>
            <a:endParaRPr lang="de-DE" sz="2800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2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2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6" y="6176547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1" name="Rechteck 10"/>
          <p:cNvSpPr/>
          <p:nvPr userDrawn="1"/>
        </p:nvSpPr>
        <p:spPr>
          <a:xfrm>
            <a:off x="119532" y="6290237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1" y="2267308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200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9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rgbClr val="FFFFFF"/>
                </a:solidFill>
              </a:defRPr>
            </a:lvl2pPr>
            <a:lvl3pPr marL="914378" indent="0">
              <a:buNone/>
              <a:defRPr>
                <a:solidFill>
                  <a:srgbClr val="FFFFFF"/>
                </a:solidFill>
              </a:defRPr>
            </a:lvl3pPr>
            <a:lvl4pPr marL="1371566" indent="0">
              <a:buNone/>
              <a:defRPr>
                <a:solidFill>
                  <a:srgbClr val="FFFFFF"/>
                </a:solidFill>
              </a:defRPr>
            </a:lvl4pPr>
            <a:lvl5pPr marL="1828754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754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23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BACKEND PROGRESS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459999" y="3678295"/>
            <a:ext cx="4503737" cy="741702"/>
          </a:xfrm>
        </p:spPr>
        <p:txBody>
          <a:bodyPr/>
          <a:lstStyle/>
          <a:p>
            <a:r>
              <a:rPr lang="de-DE" dirty="0"/>
              <a:t>Gokul Thothathri 23.04.2025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54B85C8E-8021-4701-9CCF-BD0C8596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512" y="1452880"/>
            <a:ext cx="5571535" cy="4457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8B64D1-67F9-47C4-9B41-2CCAE9FE3DFF}"/>
              </a:ext>
            </a:extLst>
          </p:cNvPr>
          <p:cNvSpPr txBox="1"/>
          <p:nvPr/>
        </p:nvSpPr>
        <p:spPr>
          <a:xfrm>
            <a:off x="289402" y="1114077"/>
            <a:ext cx="471947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metadata comprises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unique tables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representing a distinct data domain in the Health Data Lab framework.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REZ, AMBFALL, AMBLIEST, KHFALL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ZAHNFALL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Clinical/Billing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(BJAHR – Reporting Year, VSID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Person-specific pseudonym for one year,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PSID –  Long-term pseudonym 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essential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cohort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identifiers,making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possible,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 Building Patient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Jouneys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 Running temporal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31CEC-B9B7-42A3-93A0-6CDD2DCDCBA3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Metadata Overview of Health Data Lab Tables: DM3</a:t>
            </a:r>
            <a:endParaRPr lang="de-DE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6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Clinical Table Descriptions and Relevance for PrEP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71ED0C-69E0-4781-BE9A-8F386ED2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5" y="1074404"/>
            <a:ext cx="1084096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9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1E16A-695C-4D84-B953-E48AA85E5E09}"/>
              </a:ext>
            </a:extLst>
          </p:cNvPr>
          <p:cNvSpPr txBox="1"/>
          <p:nvPr/>
        </p:nvSpPr>
        <p:spPr>
          <a:xfrm>
            <a:off x="499619" y="491719"/>
            <a:ext cx="821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Learning Update: Enrolled for </a:t>
            </a:r>
            <a:r>
              <a:rPr lang="en-US" sz="2400" b="1" dirty="0" err="1">
                <a:solidFill>
                  <a:schemeClr val="accent1"/>
                </a:solidFill>
              </a:rPr>
              <a:t>Postgresql</a:t>
            </a:r>
            <a:r>
              <a:rPr lang="en-US" sz="2400" b="1" dirty="0">
                <a:solidFill>
                  <a:schemeClr val="accent1"/>
                </a:solidFill>
              </a:rPr>
              <a:t> course: </a:t>
            </a:r>
            <a:r>
              <a:rPr lang="en-US" sz="2400" b="1" dirty="0">
                <a:solidFill>
                  <a:schemeClr val="accent3"/>
                </a:solidFill>
              </a:rPr>
              <a:t>Completed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A12D0B-8964-43FD-9C07-2A4B2EE4F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38" y="1433515"/>
            <a:ext cx="7439623" cy="42025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7118D8-4327-4CC3-940B-033D40FF0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784" y="3168018"/>
            <a:ext cx="1581371" cy="7335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99E7B3-72E1-4E46-A5C9-F3D344E71CC5}"/>
              </a:ext>
            </a:extLst>
          </p:cNvPr>
          <p:cNvSpPr txBox="1"/>
          <p:nvPr/>
        </p:nvSpPr>
        <p:spPr>
          <a:xfrm>
            <a:off x="846348" y="5931515"/>
            <a:ext cx="1034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Databases | SQL | </a:t>
            </a:r>
            <a:r>
              <a:rPr lang="de-DE" dirty="0" err="1"/>
              <a:t>Postgresql</a:t>
            </a:r>
            <a:r>
              <a:rPr lang="de-DE" dirty="0"/>
              <a:t> |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query</a:t>
            </a:r>
            <a:r>
              <a:rPr lang="de-DE" dirty="0"/>
              <a:t> | </a:t>
            </a:r>
            <a:r>
              <a:rPr lang="de-DE" dirty="0" err="1"/>
              <a:t>pg</a:t>
            </a:r>
            <a:r>
              <a:rPr lang="de-DE" dirty="0"/>
              <a:t> </a:t>
            </a:r>
            <a:r>
              <a:rPr lang="de-DE" dirty="0" err="1"/>
              <a:t>admin</a:t>
            </a:r>
            <a:r>
              <a:rPr lang="de-DE" dirty="0"/>
              <a:t> 4 | </a:t>
            </a:r>
            <a:r>
              <a:rPr lang="de-DE" dirty="0" err="1"/>
              <a:t>Relationships</a:t>
            </a:r>
            <a:r>
              <a:rPr lang="de-DE" dirty="0"/>
              <a:t> &amp; </a:t>
            </a:r>
            <a:r>
              <a:rPr lang="de-DE" dirty="0" err="1"/>
              <a:t>Aliases</a:t>
            </a:r>
            <a:r>
              <a:rPr lang="de-DE" dirty="0"/>
              <a:t>| Interactive Practice   </a:t>
            </a:r>
          </a:p>
        </p:txBody>
      </p:sp>
    </p:spTree>
    <p:extLst>
      <p:ext uri="{BB962C8B-B14F-4D97-AF65-F5344CB8AC3E}">
        <p14:creationId xmlns:p14="http://schemas.microsoft.com/office/powerpoint/2010/main" val="353692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B64D1-67F9-47C4-9B41-2CCAE9FE3DFF}"/>
              </a:ext>
            </a:extLst>
          </p:cNvPr>
          <p:cNvSpPr txBox="1"/>
          <p:nvPr/>
        </p:nvSpPr>
        <p:spPr>
          <a:xfrm>
            <a:off x="575034" y="951517"/>
            <a:ext cx="103977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and loaded 17 core DM3 tables in PostgreSQL.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validated column types and constraints.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dirty="0" err="1"/>
              <a:t>pgAdmin</a:t>
            </a:r>
            <a:r>
              <a:rPr lang="en-US" dirty="0"/>
              <a:t> to verify schema visually.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screenshot records for validation.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31CEC-B9B7-42A3-93A0-6CDD2DCDCBA3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Hands on 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EBE76-70A4-4D20-83EA-AEA94E579921}"/>
              </a:ext>
            </a:extLst>
          </p:cNvPr>
          <p:cNvSpPr txBox="1"/>
          <p:nvPr/>
        </p:nvSpPr>
        <p:spPr>
          <a:xfrm>
            <a:off x="575034" y="3066364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Project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6EC59-9BE7-4542-8E78-96E47B613B3D}"/>
              </a:ext>
            </a:extLst>
          </p:cNvPr>
          <p:cNvSpPr txBox="1"/>
          <p:nvPr/>
        </p:nvSpPr>
        <p:spPr>
          <a:xfrm>
            <a:off x="575033" y="3771028"/>
            <a:ext cx="103977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DM3 PUF generation schema possible.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Class 1 Anonymization Techniques.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fast SQL queries for real-time validation.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pipeline dev time for mock and real data.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08ACFC-1703-4E09-9DFB-60A044E7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41" y="325119"/>
            <a:ext cx="4000558" cy="576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5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M3_Metadata (1).png">
            <a:extLst>
              <a:ext uri="{FF2B5EF4-FFF2-40B4-BE49-F238E27FC236}">
                <a16:creationId xmlns:a16="http://schemas.microsoft.com/office/drawing/2014/main" id="{81308FA8-5C5E-436F-A278-0168BC45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04" y="280197"/>
            <a:ext cx="10075592" cy="5537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41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B64D1-67F9-47C4-9B41-2CCAE9FE3DFF}"/>
              </a:ext>
            </a:extLst>
          </p:cNvPr>
          <p:cNvSpPr txBox="1"/>
          <p:nvPr/>
        </p:nvSpPr>
        <p:spPr>
          <a:xfrm>
            <a:off x="575034" y="951517"/>
            <a:ext cx="103977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Migrate scripts to connect with PostgreSQL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Populate and Verify the Class 1 PUF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into the tables.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SQL View to visualize and enable fast SQL Queries for real validation.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screenshot records for visualization.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31CEC-B9B7-42A3-93A0-6CDD2DCDCBA3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1"/>
                </a:solidFill>
              </a:rPr>
              <a:t>What‘s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next</a:t>
            </a:r>
            <a:r>
              <a:rPr lang="de-DE" sz="2400" b="1" dirty="0">
                <a:solidFill>
                  <a:schemeClr val="accent1"/>
                </a:solidFill>
              </a:rPr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401292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ＭＳ 明朝</vt:lpstr>
      <vt:lpstr>Times New Roman</vt:lpstr>
      <vt:lpstr>Office Theme</vt:lpstr>
      <vt:lpstr>Master Thesis: CORE Pipeline Updates  BACKEND PROGRESS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CORE Pipeline Updates</dc:title>
  <dc:subject/>
  <dc:creator>Thothathri, Gokul</dc:creator>
  <cp:keywords/>
  <dc:description>generated using python-pptx</dc:description>
  <cp:lastModifiedBy>Thothathri, Gokul</cp:lastModifiedBy>
  <cp:revision>12</cp:revision>
  <dcterms:created xsi:type="dcterms:W3CDTF">2013-01-27T09:14:16Z</dcterms:created>
  <dcterms:modified xsi:type="dcterms:W3CDTF">2025-06-03T15:21:22Z</dcterms:modified>
  <cp:category/>
</cp:coreProperties>
</file>